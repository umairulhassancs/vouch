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E1830"/>
                </a:solidFill>
                <a:latin typeface="Arial"/>
              </a:defRPr>
            </a:pPr>
            <a:r>
              <a:rPr sz="1150" b="0" i="0" u="none" strike="noStrike">
                <a:solidFill>
                  <a:srgbClr val="1E1830"/>
                </a:solidFill>
                <a:latin typeface="Arial"/>
              </a:rPr>
              <a:t>Global Smart-Tracker Category — Directional Growth Curve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market growth trend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8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Today</c:v>
                  </c:pt>
                  <c:pt idx="1">
                    <c:v>+2 yrs</c:v>
                  </c:pt>
                  <c:pt idx="2">
                    <c:v>+4 yrs</c:v>
                  </c:pt>
                  <c:pt idx="3">
                    <c:v>+6 yrs</c:v>
                  </c:pt>
                  <c:pt idx="4">
                    <c:v>+8 yrs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25</c:v>
                </c:pt>
                <c:pt idx="4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83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9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640080" y="242316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2026-07-10T14:20:58Z</dcterms:created>
  <dcterms:modified xsi:type="dcterms:W3CDTF">2026-07-10T14:20:58Z</dcterms:modified>
</cp:coreProperties>
</file>