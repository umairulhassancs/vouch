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mair Ul Hassan\.gemini\antigravity\scratch\vouch-website\slides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pic>
        <p:nvPicPr>
          <p:cNvPr id="3" name="Image 1" descr="C:\Users\Umair Ul Hassan\.gemini\antigravity\scratch\vouch-website\slides\assets\icons\tag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914400" cy="914400"/>
          </a:xfrm>
          <a:prstGeom prst="rect">
            <a:avLst/>
          </a:prstGeom>
        </p:spPr>
      </p:pic>
      <p:pic>
        <p:nvPicPr>
          <p:cNvPr id="4" name="Image 2" descr=".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1828800" cy="1828800"/>
          </a:xfrm>
          <a:prstGeom prst="rect">
            <a:avLst/>
          </a:prstGeom>
        </p:spPr>
      </p:pic>
      <p:pic>
        <p:nvPicPr>
          <p:cNvPr id="5" name="Image 3" descr="./assets/icons/tag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2026-07-10T14:29:05Z</dcterms:created>
  <dcterms:modified xsi:type="dcterms:W3CDTF">2026-07-10T14:29:05Z</dcterms:modified>
</cp:coreProperties>
</file>